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The Burn-In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The week the team stopped building it and just ran it,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5 of 5 — the last piece. A deliberate stress-test of everything in the first four pieces: what it found, and what surprised even the people running it.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Nothing gets fixed while it's running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bug, stall, and escalation gets logged and the corpus moves on — recovered automatically if the framework's own machinery handles it, escalated if it doesn't.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framework nursed along by someone quietly intervening tells you nothing about how it behaves unattended — the only way it's ever actually going to run.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The corpus: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nine design docs, from small self-contained utilities to genuinely integrated systems, each run twice with tie-breakers on disagreement — twenty-three total project runs, ~74 hours of wall-clock time, mostly unattended.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complete · 9 escalated (39%) · 0 showstoppers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The number that matters more than the completion rate: zero repeated root causes. Every escalation, across all 23 runs, traced to a genuinely different mechanism — not the same bug wearing different clothes nine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"ZERO REPEATED ROOT CAUSES"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framework that fails the same way repeatedly has a bug. A framework that fails nine different ways, each caught and correctly routed to a human, is a framework whose failure-handling is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right question isn't "why did 39% need a person" — it's "did the 39% get caught cleanly, and did the other 61% actually deserve to finish." Both turned out to be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DISCIPLINE UNDERNEATH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Verify, don't infer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check-in: query the database fresh, don't assume yesterday's escalation list is still accurate.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something looks like a new escalation, verify it's genuinely new and genuinely blocking — a job-level escalation isn't the same as the whole project stopping.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a finding depends on what a model claimed happened, read the thing itself — the generated source, the raw completion, the database row — not the log's own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A TOUR OF WHAT ACTUALLY BROKE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Five stories, out of fourteen named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Chosen because each shows something different about how a fleet of small models actually fails — and, in two cases, how well the recovery layers catch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same prompt is a coin flip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small TOML parser doc, run three times, byte-identical, same model doing DECOMPOSE. Twice it invented an extra bead for a paired round-trip invariant the doc's numbered list didn't call for. Once it explicitly weighed the same call and went the other way.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Consequence wasn't symmetric: one run absorbed it as an extra stall, one run's invented bead collided by test-file name with a sibling's and escalated the whole project.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obvious fix — stop DECOMPOSE from ever adding an unlisted bead — turned out to be wrong: a dedicated test asserts supplementary beads are meant to be allowed. The real gap is narrower: nothing stops an invented bead's test from colliding by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spec that quietly stops mid-sentence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REVISE_PENDING, which lightly revises the next bead's spec after one succeeds, occasionally handed back a spec that just stopped — mid-token, pin block sheared off, with a completely normal "done" status.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Not random: on one specific bead, across two separate runs of the same doc, the exact same truncation happened both times — identical character count, identical fragment.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Both times the downstream stall triggered a mechanical rebuild that recovered cleanly — never visible as an escalation. Found only because someone diffed every revised spec for a length regression instead of trusting "done" meant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bug the pipeline was built to catch — catching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fractal-rendering bead stalled reconciling its own implementation against a failing test. ADJUDICATE traced it to a different, already-succeeded bead: an unrequested "smart" optimization silently merged line segments the spec required kept separate.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renderer's own test never caught it — its only case was a single segment. The doc's correct multi-segment example existed, but lived under a different bead's section.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Correctly routed to a full stop and human review — the review layer catching a real downstream defect its own author's tests had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 — THE NATURAL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Run two of the same doc, by pure chance of DECOMPOSE's stochastic summarization, worded the renderer bead's own spec with the missing rule. The wrong optimization was simply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multi-segment test still wasn't written either time — the coverage gap that let the bug through was still there. What changed was only whether the correct rule showed up in the one place a downstream model would actually read it. Confirmed by reading the literal generated source in both runs, line by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STORY 4 — THE CENTERPIECE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One checkable fact, five rounds, four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On the literal last bead of the entire 23-run corpus.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Does the done-indicator render as "true", or as a CSS class?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A task's completion status either renders as the literal word "true" in the real HTML — or as a CSS class / checkmark, the way the design doc's illustrative example happened to phrase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Only one of these matches the actual generated code. This single fact gets independently re-derived five times across four different verbs in one refinement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CHAIN, CYCLE BY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Who got it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31720"/>
                <a:gridCol w="69951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Cycle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traced the real server output directly.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adopted the verified fact.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reversed cycle 3 back to the doc's illustrative phrasing.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Visibly thrashes — re-derives the contradiction live, resolves nothing.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independently re-derives the fact a third time.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overrides CRITIQUE's correct finding, approves the bad test.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silently rewrites the assertion itself and ships it.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FINAL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1-for-3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JUDGE was wrong twice on an already-settled question. Everyone else: 3-for-3.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Zero escalation. Zero defect in the shipped code. About half an hour of extra churn on the very last bead the corpus had left to run. The layered-backstop architecture caught in the act of doing exactly what it's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COST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32.4% of all compute, 78% zero findings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~1,500 completed calls and ~80 hours of summed compute, CRITIQUE (reviewing a freshly-written test) is the single most expensive step — more than the code-writing step.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close read of one bead's four REFINE cycles: of ~4 distinct gaps CRITIQUE surfaced, at least 3 were checkable by a plain literal-string search against the bead's own spec.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4th wasn't a real defect: CRITIQUE flagged the implementation for not existing yet — on a step that runs, by design, before any implementation exists. Recurred 3 times,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LAST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Doubting the findings themselves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After all 23 runs and 14 findings were written up, every one was re-examined from scratch against raw primary sources — git diffs, DB rows, generated source — not the write-up's own prose.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Most held up exactly as written. A few came back sharper: one escalation's root cause was correctly diagnosed but the framework's guidance for that case simply didn't exist yet; one suspected bug was a deliberately tested feature.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all fourteen, not one finding was overturned. The same discipline the framework is built on, turned back on the exercise meant to validate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WHERE THIS LEAVES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freeze is safe to lift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The recovery machinery — stalls, escalations, mechanical re-checks — consistently recovers cleanly or correctly routes to a human, across every one of nine genuinely distinct failure shapes.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What changed: the priority order.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CRITIQUE's cost-and-reliability profile — 32% of all compute, mostly-mechanical yield — is the strongest, best-evidenced argument this exercise produced. It's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5/5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None of this makes the models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It makes their mistakes cheap to catch — cheap enough that the system survives being wrong about something five times in a row, on the very last bead, without anyone having to notice at all. That's the thread running through all five pieces.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End of series. Part 1: Ratchet · Part 2: Verbs and the Fleet · Part 3: Format, Think, Turn · Part 4: Write for Zero Domain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5/5 · THE BURN-IN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