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Teaching a fleet of small local models to build working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1 of 6 — the light, orienting piece. Five deep dives follow: the architecture and model fleet, the wire-level mechanics of talking to it over Ollama, the craft of writing specs precise enough for small models, the workflow that turns prose into one of those specs, and a full account of the recent burn-in.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688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changes when the model isn't Claude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Claude Code: loosely-specified task in, sensible judgment calls on every ambiguity, usually actually done when it says it's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Ratchet runs on a fleet of small, open-weight models (24–35B params) hosted locally via Ollama — cheap, private, and a real test of whether process can substitute for capability.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None of Claude's convenient assumptions hold. Everything in this deck is a consequence of that one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ways a small model fails that Claude mostly doesn't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Ambiguity gets guessed at, inconsistently.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VM's AST nodes were spec'd as plain value literals, forcing no choice on pointer-vs-value. One bead's test and its own implementation picked opposite constructions of the identical type; days later, an unrelated bead reproduced the identical defect independently.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Structured output fights reasoning — structurally, not by accident.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qwen3:32b's template writes a tool call as literal &lt;tool_call&gt; text inside the exact channel a JSON-format grammar constrains — "&lt;" isn't legal JSON. Zero tool calls got through, out of 139 recorded attempts.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They get stuck, past where a frontier model would stop.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One reasoning stream climbed past 14,500 tokens and kept climbing, burning its whole turn budget before producing an answer — there was no per-turn cap yet to catch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They report success without knowing better.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spec-revision step once handed back a response that stopped mid-token, its pinned literals sheared off the end — a completely normal "done" status attached to output nobody had checked the length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Assembly line,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not one long agentic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Many small, single-purpose model calls, each narrow enough that a small model can reliably do it, wrapped in mechanical checks that never trust a model's own account of what 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Ratchet actually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Design doc → beads.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plain-English spec gets broken into beads — small, independently verifiable units of work, each with its own test and exit criteria.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fixed pipeline, per bead.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 test, review it, implement against it, check the result, decide what happens next — bead by bead until the project is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database, not a black box.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job, model call, and decision lives in a SQLite row. Recovery is a query, not scrollback archaeology.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Humans only when it escalates.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web UI surfaces anything that needs review; an operator requeues or rewinds.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cast, not one model for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muse-glimmer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writes both the tests and the implementation code.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qwen3:32b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critiques the tests — deliberately a different model than the writer.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qwen3.6:35b-a3b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(fast MoE) judges the critique and adjudicates what happens after an execution attempt.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qualify-model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a homegrown harness that replays real historical decisions against a candidate model and grades the result, so casting is evidence, not intuition.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Judgment: yes.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Open-ended detection: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The fast MoE model agreed with the incumbent's verdict on every single adjudication case, 4–5× faster — then collapsed to a near-0% catch rate the moment it was asked to go looking for bugs with no evidence handed to it. That single distinction shaped a lot of what came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VERBS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pipeline, roughly in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SURVEY / DECOMPOSE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read the doc and the codebase, break the spec into beads.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AUDIT / RECONCILE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second model reviews the plan before any code is written.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WRITE → CRITIQUE → JUDGE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per bead: write a test, review it, approve or send it back.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EXECUTE → ANALYZE / COMPRESS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implement against the approved test, summarize what happened.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ADJUDICATE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retry as-is, revise the spec, reject the test, declare success, or escalate.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HOW THE VERBS ARE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habits that hold the whole chain together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Mechanical checks beat inference, wherever one is available.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Did the file compile, does the test assert this exact string, did the exit-criteria command actually pass — the framework checks it directly rather than asking a model to judge it. Inference is spent only where nothing mechanical can substitute.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Each call sees a narrow slice, not the whole project.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get only the design-doc excerpt relevant to their one bead; a dedicated step exists purely to compress an execution's history before ADJUDICATE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Verb prompts split generic from language-specific.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Role framing and structural rules carry nothing Go-specific; a separate, swappable file carries the actual language mechanics. Only Go is wired up today — the split exists so that isn't permanent.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TYPICAL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Query the database. Don't tail logs.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Progress is a query against projects.status — the daemon runs unattended.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Escalation → requeue or rewind.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Never patch the database, never hand-edit a test to force it green, never nudge state to resume mid-stream.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"Touch a project once."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Patching a live run to rescue it teaches less about the defect and leaves a state nobody else can reason about.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Cascade cloning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diffs a revised design doc against a completed project bead-by-bead, re-running only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CRAFTING A DESIGN DOC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hardest skill in the whole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Claude fills ambiguity gaps with good judgment. A 30B model fills them with a judgment — inconsistently, run to run.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Worked examples with the exact computed number, not "compute this correctly."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Construction forms pinned verbatim — pointer or value, spelled out, never implied.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draft-design-doc + checkdesigndoc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tooling that flags ambiguity mechanically before a doc ever reaches the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HISTORY, BRIEFLY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Games → fixes → precision → burn-in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Started with the games.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Connect Four, tic-tac-toe, goban — built to find bugs, not to be interesting. An early audit turned up ~20 issues.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run of framework fixes.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Tool-loop reasoning spirals, the JSON-grammar/reasoning conflict, a proper model-qualification harness, progress-vs-thrashing detection.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decomposition + precision chain.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Bead-size limits, a doc-quality lint, the pinning discipline — aimed at the single largest recurring defect class: ambiguity compression quietly drops.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September 2026: all of it converged into a deliberate validation exercise.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BURN-IN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9 docs · 23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14 complete · 9 escalated (39%) · 0 showstoppers · 0 repeated root causes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Every escalation traced to a genuinely different mechanism. After the runs finished, every one of the 14 named findings was re-examined against raw evidence — nothing was found to be simply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SURPRISING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findings worth sitting with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priciest step barely does anything.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Test review = 32.4% of all compute, zero findings on 78% of calls — and most of what it does catch is mechanically checkable.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Right diagnosis, wrong playbook.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model correctly diagnosed a stalled bead — then reached for the wrong recovery strategy because the prompt had no guidance for that exact case.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"bug" turned out to be a tested feature.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proposed fix would have quietly reversed a deliberate, already-tested design decision.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doc contradicted itself in adjacent sentences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— caught live, fixed with a two-line prose correction.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CURRENT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the burn-in says to fix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#1 — Test-review's cost &amp; reliability.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clearest, best-evidenced priority the whole exercise produced.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#2 — A quiet independence gap.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model that judges a critique and the model that adjudicates afterward are currently the same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handful of smaller, cheap fixes.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planning step whose stated reasoning doesn't always match its structured output; missing guidance for one failure case; a few single-instance findings with proposed fixes already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WHERE IT'S HEADED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Extend and debug existing code, not just build from nothing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Everything Ratchet does today assumes a fresh design doc describing something built from scratch. Next: extend a finished project, diagnose a defect with no spec, reuse one project's code as a dependency for another.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Rather than chase every capability a general coding agent has, the roadmap is explicit about which three things actually matter for this approach.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Three things must survive any new capability: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unconditional mechanical gates, decomposition into independently-verifiable units, and a database that makes the pipeline itself reproducibly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TOUR OF WHAT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Real, working, end-to-end — no hand-written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fractal visualizer (Mandelbrot, Julia, Sierpinski) with a web front end.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L-system generator — recursive rewriting systems behind procedural plants and curves.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cron-expression studio and a glob-pattern studio.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Connect Four, tic-tac-toe, and a Go board — the original bug-finding dogfoods.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Kafka simulator with a live partition/routing/offset visualization.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toy expression-language VM with a web front end — the most-iterated project in the framework's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1/6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this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 and their good decisions easy to tell apart from lucky ones. That's the whole trade this series is about.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Verbs and the Fleet — the architecture and model fleet, in the detail that lets you argue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1/6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