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RATCHET · PART 1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Georgia"/>
              </a:rPr>
              <a:t>Ratchet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0" i="1">
                <a:solidFill>
                  <a:srgbClr val="C9CDD2"/>
                </a:solidFill>
                <a:latin typeface="Calibri"/>
              </a:rPr>
              <a:t>Teaching a fleet of small local models to build working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87782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9A9FA6"/>
                </a:solidFill>
                <a:latin typeface="Calibri"/>
              </a:rPr>
              <a:t>Part 1 of 6 — the light, orienting piece. Five deep dives follow: the architecture and model fleet, the wire-level mechanics of talking to it over Ollama, the craft of writing specs precise enough for small models, the workflow that turns prose into one of those specs, and a full account of the recent burn-in.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6263640"/>
            <a:ext cx="146304" cy="146304"/>
          </a:xfrm>
          <a:prstGeom prst="ellipse">
            <a:avLst/>
          </a:prstGeom>
          <a:solidFill>
            <a:srgbClr val="9AC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19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799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48839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68880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PRIMER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What changes when the model isn't Claude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Claude Code: loosely-specified task in, sensible judgment calls on every ambiguity, usually actually done when it says it's done.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Ratchet runs on a fleet of small, open-weight models (24–35B params) hosted locally via Ollama — cheap, private, and a real test of whether process can substitute for capability.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None of Claude's convenient assumptions hold. Everything in this deck is a consequence of that one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1/6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02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PRIMER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Four ways a small model fails that Claude mostly doesn't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74519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Ambiguity gets guessed at.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"Trim trailing whitespace" gets a mix of inconsistent interpretations across a hundred functions, silently.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Structured output fights reasoning.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One core model never once emitted a tool call under a JSON-format constraint — 0 of 139 recorded calls. A structural conflict, not a prompting bug.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They get stuck.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Looping on the same failed compile error, or burning the whole response budget "thinking" without ever answering.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They lie about success — unknowingly.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A model that writes a file has no way to confirm it landed on disk with the right bytes. It has to be checked.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1/6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03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PRIMER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0000" b="1" i="0">
                <a:solidFill>
                  <a:srgbClr val="3D6D7E"/>
                </a:solidFill>
                <a:latin typeface="Georgia"/>
              </a:rPr>
              <a:t>Assembly line,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 i="0">
                <a:solidFill>
                  <a:srgbClr val="1C1E22"/>
                </a:solidFill>
                <a:latin typeface="Calibri"/>
              </a:rPr>
              <a:t>not one long agentic conversation.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5F636B"/>
                </a:solidFill>
                <a:latin typeface="Calibri"/>
              </a:rPr>
              <a:t>Many small, single-purpose model calls, each narrow enough that a small model can reliably do it, wrapped in mechanical checks that never trust a model's own account of what happened.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1/6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04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What Ratchet actually 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Design doc → beads.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A plain-English spec gets broken into beads — small, independently verifiable units of work, each with its own test and exit criteria.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A fixed pipeline, per bead.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Write a test, review it, implement against it, check the result, decide what happens next — bead by bead until the project is done.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A database, not a black box.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Every job, model call, and decision lives in a SQLite row. Recovery is a query, not scrollback archaeology.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Humans only when it escalates.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A small web UI surfaces anything that needs review; an operator requeues or rewinds.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1/6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05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MODEL FLEET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A cast, not one model for everything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muse-glimmer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writes both the tests and the implementation code.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qwen3:32b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critiques the tests — deliberately a different model than the writer.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qwen3.6:35b-a3b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(fast MoE) judges the critique and adjudicates what happens after an execution attempt.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qualify-model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— a homegrown harness that replays real historical decisions against a candidate model and grades the result, so casting is evidence, not intuition.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1/6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06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MODEL FLEET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0000" b="1" i="0">
                <a:solidFill>
                  <a:srgbClr val="3D6D7E"/>
                </a:solidFill>
                <a:latin typeface="Georgia"/>
              </a:rPr>
              <a:t>Judgment: yes.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 i="0">
                <a:solidFill>
                  <a:srgbClr val="1C1E22"/>
                </a:solidFill>
                <a:latin typeface="Calibri"/>
              </a:rPr>
              <a:t>Open-ended detection: 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5F636B"/>
                </a:solidFill>
                <a:latin typeface="Calibri"/>
              </a:rPr>
              <a:t>The fast MoE model agreed with the incumbent's verdict on every single adjudication case, 4–5× faster — then collapsed to a near-0% catch rate the moment it was asked to go looking for bugs with no evidence handed to it. That single distinction shaped a lot of what came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1/6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07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VERBS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The pipeline, roughly in order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SURVEY / DECOMPOSE —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read the doc and the codebase, break the spec into beads.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AUDIT / RECONCILE —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a second model reviews the plan before any code is written.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WRITE → CRITIQUE → JUDGE —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per bead: write a test, review it, approve or send it back.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EXECUTE → ANALYZE / COMPRESS —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implement against the approved test, summarize what happened.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ADJUDICATE —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retry as-is, revise the spec, reject the test, declare success, or escalate.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1/6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08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HOW THE VERBS ARE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Three habits that hold the whole chain together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Mechanical checks beat inference, wherever one is available.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Did the file compile, does the test assert this exact string, did the exit-criteria command actually pass — the framework checks it directly rather than asking a model to judge it. Inference is spent only where nothing mechanical can substitute.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Each call sees a narrow slice, not the whole project.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WRITE and CRITIQUE get only the design-doc excerpt relevant to their one bead; a dedicated step exists purely to compress an execution's history before ADJUDICATE sees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Verb prompts split generic from language-specific.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Role framing and structural rules carry nothing Go-specific; a separate, swappable file carries the actual language mechanics. Only Go is wired up today — the split exists so that isn't permanent.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1/6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09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TYPICAL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Query the database. Don't tail logs.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Progress is a query against projects.status — the daemon runs unattended.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Escalation → requeue or rewind.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Never patch the database, never hand-edit a test to force it green, never nudge state to resume mid-stream.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"Touch a project once."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Patching a live run to rescue it teaches less about the defect and leaves a state nobody else can reason about.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Cascade cloning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diffs a revised design doc against a completed project bead-by-bead, re-running only what 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1/6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10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CRAFTING A DESIGN 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The hardest skill in the whole system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Claude fills ambiguity gaps with good judgment. A 30B model fills them with a judgment — inconsistently, run to run.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Worked examples with the exact computed number, not "compute this correctly."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Construction forms pinned verbatim — pointer or value, spelled out, never implied.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draft-design-doc + checkdesigndoc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— tooling that flags ambiguity mechanically before a doc ever reaches the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1/6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11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HISTORY, BRIEFLY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Games → fixes → precision → burn-in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Started with the games.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Connect Four, tic-tac-toe, goban — built to find bugs, not to be interesting. An early audit turned up ~20 issues.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A run of framework fixes.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Tool-loop reasoning spirals, the JSON-grammar/reasoning conflict, a proper model-qualification harness, progress-vs-thrashing detection.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A decomposition + precision chain.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Bead-size limits, a doc-quality lint, the pinning discipline — aimed at the single largest recurring defect class: ambiguity compression quietly drops.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September 2026: all of it converged into a deliberate validation exercise.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1/6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12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BURN-IN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0000" b="1" i="0">
                <a:solidFill>
                  <a:srgbClr val="3D6D7E"/>
                </a:solidFill>
                <a:latin typeface="Georgia"/>
              </a:rPr>
              <a:t>9 docs · 23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 i="0">
                <a:solidFill>
                  <a:srgbClr val="1C1E22"/>
                </a:solidFill>
                <a:latin typeface="Calibri"/>
              </a:rPr>
              <a:t>14 complete · 9 escalated (39%) · 0 showstoppers · 0 repeated root causes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5F636B"/>
                </a:solidFill>
                <a:latin typeface="Calibri"/>
              </a:rPr>
              <a:t>Every escalation traced to a genuinely different mechanism. After the runs finished, every one of the 14 named findings was re-examined against raw evidence — nothing was found to be simply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1/6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13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SURPRISING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Four findings worth sitting with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74519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The priciest step barely does anything.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Test review = 32.4% of all compute, zero findings on 78% of calls — and most of what it does catch is mechanically checkable.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Right diagnosis, wrong playbook.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model correctly diagnosed a stalled bead — then reached for the wrong recovery strategy because the prompt had no guidance for that exact case.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A "bug" turned out to be a tested feature.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The proposed fix would have quietly reversed a deliberate, already-tested design decision.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A doc contradicted itself in adjacent sentences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— caught live, fixed with a two-line prose correction.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1/6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14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CURRENT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What the burn-in says to fix next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#1 — Test-review's cost &amp; reliability.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The clearest, best-evidenced priority the whole exercise produced.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#2 — A quiet independence gap.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The model that judges a critique and the model that adjudicates afterward are currently the same model.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A handful of smaller, cheap fixes.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A planning step whose stated reasoning doesn't always match its structured output; missing guidance for one failure case; a few single-instance findings with proposed fixes already written.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1/6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15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WHERE IT'S HEADED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Extend and debug existing code, not just build from nothing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Everything Ratchet does today assumes a fresh design doc describing something built from scratch. Next: extend a finished project, diagnose a defect with no spec, reuse one project's code as a dependency for another.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Rather than chase every capability a general coding agent has, the roadmap is explicit about which three things actually matter for this approach.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Three things must survive any new capability: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unconditional mechanical gates, decomposition into independently-verifiable units, and a database that makes the pipeline itself reproducibly testable.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1/6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16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A TOUR OF WHAT IT'S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Real, working, end-to-end — no hand-written code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74519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fractal visualizer (Mandelbrot, Julia, Sierpinski) with a web front end.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An L-system generator — recursive rewriting systems behind procedural plants and curves.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cron-expression studio and a glob-pattern studio.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Connect Four, tic-tac-toe, and a Go board — the original bug-finding dogfoods.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Kafka simulator with a live partition/routing/offset visualization.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toy expression-language VM with a web front end — the most-iterated project in the framework's history.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1/6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17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END OF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None of this makes the models smarter.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96926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700" b="0" i="0">
                <a:solidFill>
                  <a:srgbClr val="C9CDD2"/>
                </a:solidFill>
                <a:latin typeface="Calibri"/>
              </a:rPr>
              <a:t>It makes their mistakes cheap to catch and their good decisions easy to tell apart from lucky ones. That's the whole trade this series is about.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48640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1" i="0">
                <a:solidFill>
                  <a:srgbClr val="9AC7D3"/>
                </a:solidFill>
                <a:latin typeface="Consolas"/>
              </a:rPr>
              <a:t>NEXT — </a:t>
            </a:r>
            <a:r>
              <a:rPr sz="1600" b="0" i="1">
                <a:solidFill>
                  <a:srgbClr val="FFFFFF"/>
                </a:solidFill>
                <a:latin typeface="Calibri"/>
              </a:rPr>
              <a:t>Verbs and the Fleet — the architecture and model fleet, in the detail that lets you argue with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 i="0">
                <a:solidFill>
                  <a:srgbClr val="6B7077"/>
                </a:solidFill>
                <a:latin typeface="Consolas"/>
              </a:rPr>
              <a:t>RATCHET · PART 1/6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6B7077"/>
                </a:solidFill>
                <a:latin typeface="Consolas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