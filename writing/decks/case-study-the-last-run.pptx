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9AC7D3"/>
                </a:solidFill>
                <a:latin typeface="Consolas"/>
              </a:rPr>
              <a:t>RATCHET · A BURN-IN RUN, FOLLOWED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Georgia"/>
              </a:rPr>
              <a:t>The Last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0" i="1">
                <a:solidFill>
                  <a:srgbClr val="C9CDD2"/>
                </a:solidFill>
                <a:latin typeface="Calibri"/>
              </a:rPr>
              <a:t>One project, four beads, every verb call — not summarized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932688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 b="0" i="0">
                <a:solidFill>
                  <a:srgbClr val="9A9FA6"/>
                </a:solidFill>
                <a:latin typeface="Calibri"/>
              </a:rPr>
              <a:t>A companion to the Ratchet article series — not a new part of it. This is the literal last of the burn-in's 23 project runs, walked through step by step instead of summarized, sourced directly from the live run log.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 i="0">
                <a:solidFill>
                  <a:srgbClr val="6B7077"/>
                </a:solidFill>
                <a:latin typeface="Consolas"/>
              </a:rPr>
              <a:t>RATCHET · CASE STUDY · THE LAST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6B7077"/>
                </a:solidFill>
                <a:latin typeface="Consolas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WHY THIS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The literal last of twenty-three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Seeded 13:50 MDT, the final day of the burn-in — project 23 of 23. Its last bead produced the single most dramatic finding of the entire corpus.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Three of its four beads hit something genuinely interesting on the way. None of it turned into an escalation.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That combination — friction that never becomes a fire — is what the rest of this deck tries to make concrete, one step at a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CASE STUDY · THE LAST RUN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02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A task list web server, four files, four beads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Add named tasks, mark them done, delete them. One HTML page, updated in place via HTMX. In-memory storage — the list resets on restart.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Four beads, in dependency order: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task-store (the data layer) → templates (HTML rendering) → http-handlers (the HTTP layer) → integration (wires the other three together, the one end-to-end test).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The design doc for this run was byte-identical to the one used for run 1 of the same project, three hours earlier the same day. Same prompt, same models, same everything — which is part of what makes comparing the two runs interesting.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CASE STUDY · THE LAST RUN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03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2377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0000" b="1" i="0">
                <a:solidFill>
                  <a:srgbClr val="3D6D7E"/>
                </a:solidFill>
                <a:latin typeface="Georgia"/>
              </a:rPr>
              <a:t>4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 i="0">
                <a:solidFill>
                  <a:srgbClr val="1C1E22"/>
                </a:solidFill>
                <a:latin typeface="Calibri"/>
              </a:rPr>
              <a:t>beads succeeded · 0 escalations · ~2h58m wall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0060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600" b="0" i="0">
                <a:solidFill>
                  <a:srgbClr val="5F636B"/>
                </a:solidFill>
                <a:latin typeface="Calibri"/>
              </a:rPr>
              <a:t>Two named findings absorbed along the way. Neither shows up in the project's final state — SELECT status FROM beads reads succeeded four times, same as a run where nothing interesting happened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CASE STUDY · THE LAST RUN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04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BOOTSTRAP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Before any bead runs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SURVEY_SPEC → VERIFY_MANIFEST (model-free) → CERTIFY_MANIFEST → DECOMPOSE_SPEC produces the four beads above, in order.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1" i="0">
                <a:solidFill>
                  <a:srgbClr val="1C1E22"/>
                </a:solidFill>
                <a:latin typeface="Calibri"/>
              </a:rPr>
              <a:t>AUDIT_DECOMPOSITION finds something: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the http-handlers bead's exit criteria only tested one of four handler functions.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1" i="0">
                <a:solidFill>
                  <a:srgbClr val="1C1E22"/>
                </a:solidFill>
                <a:latin typeface="Calibri"/>
              </a:rPr>
              <a:t>The interesting part: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run 1 of this exact doc, three hours earlier, hit the same underlying gap — but AUDIT worded the complaint completely differently ("no runtime test at all" vs. "doesn't cover the other three handlers"). Same weak point in the doc, a fresh model call every time it's looked at.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RECONCILE_DECOMPOSITION fixes it: names all four handler test functions explicitly. agree_and_fix — the same resolution run 1 reached independently.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CASE STUDY · THE LAST RUN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05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D8E7EA"/>
                </a:solidFill>
                <a:latin typeface="Consolas"/>
              </a:rPr>
              <a:t>BEAD 1 — TASK-STORE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data layer: add, toggle, delete, and a pinned rule — deleted IDs are never reused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4340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600" b="0" i="1">
                <a:solidFill>
                  <a:srgbClr val="E3ECEE"/>
                </a:solidFill>
                <a:latin typeface="Calibri"/>
              </a:rPr>
              <a:t>One REFINE cycle. Unusually slow. Zero consequence.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BEAD 1 — TASK-STORE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WRITE → CRITIQUE (24 minutes) → JUDGE → EXECUTE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1C1E22"/>
                </a:solidFill>
                <a:latin typeface="Calibri"/>
              </a:rPr>
              <a:t>WRITE produces a test against the pinned ID-reuse scenario. Compiles clean.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50" b="1" i="0">
                <a:solidFill>
                  <a:srgbClr val="1C1E22"/>
                </a:solidFill>
                <a:latin typeface="Calibri"/>
              </a:rPr>
              <a:t>CRITIQUE spends about 24 minutes </a:t>
            </a:r>
            <a:r>
              <a:rPr sz="1450" b="0" i="0">
                <a:solidFill>
                  <a:srgbClr val="1C1E22"/>
                </a:solidFill>
                <a:latin typeface="Calibri"/>
              </a:rPr>
              <a:t>re-deriving, by hand, what should happen to the internal counter across Add → Delete → Add. Its own run_go_snippet gives it an unexpected result; its reasoning trace visibly cycles through wrong guesses ("maybe the problem is the mutex?"), including one turn with no usable output at all.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50" b="1" i="0">
                <a:solidFill>
                  <a:srgbClr val="1C1E22"/>
                </a:solidFill>
                <a:latin typeface="Calibri"/>
              </a:rPr>
              <a:t>Nothing intervenes, because nothing needs to. </a:t>
            </a:r>
            <a:r>
              <a:rPr sz="1450" b="0" i="0">
                <a:solidFill>
                  <a:srgbClr val="1C1E22"/>
                </a:solidFill>
                <a:latin typeface="Calibri"/>
              </a:rPr>
              <a:t>A few turns later CRITIQUE correctly re-derives the logic on its own and returns all_correct: true. JUDGE approves; EXECUTE runs clean, first attempt; ADJUDICATE declares success.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1C1E22"/>
                </a:solidFill>
                <a:latin typeface="Calibri"/>
              </a:rPr>
              <a:t>Not every stall is a bug, and not every slow cycle needs a mechanism to catch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CASE STUDY · THE LAST RUN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07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D8E7EA"/>
                </a:solidFill>
                <a:latin typeface="Consolas"/>
              </a:rPr>
              <a:t>BEAD 2 —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bead this whole run was being watched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4340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600" b="0" i="1">
                <a:solidFill>
                  <a:srgbClr val="E3ECEE"/>
                </a:solidFill>
                <a:latin typeface="Calibri"/>
              </a:rPr>
              <a:t>Run 1's equivalent bead had a scaffold defect that cost about an hour and a quarter. Would it recur on a byte-identical doc? And if it did, would it cost the same again?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BEAD 2 — THE SCAFFOLD GAP, CONFIRMED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2 for 2, before REFINE even starts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C1E22"/>
                </a:solidFill>
                <a:latin typeface="Calibri"/>
              </a:rPr>
              <a:t>Reading the freshly-generated scaffold directly settles it: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RenderTaskList is missing again — the same function DECOMPOSE omitted from this exact file on run 1. Structurally identical gap. Not a one-off; a reproducible defect in how this file gets scaffolded.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C1E22"/>
                </a:solidFill>
                <a:latin typeface="Calibri"/>
              </a:rPr>
              <a:t>CRITIQUE cycle 1: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one legitimate finding (an over-specified test), and one confidently wrong one — that html/template will HTML-escape a literal &lt;script&gt; tag. It won't; a throwaway Go snippet reproducing the exact case confirms the tag comes through unescaped.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C1E22"/>
                </a:solidFill>
                <a:latin typeface="Calibri"/>
              </a:rPr>
              <a:t>It catches itself.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A transient malformed-JSON retry buys it a second attempt, and on that attempt CRITIQUE tests its own claim empirically instead of asserting it from memory — and drops it. JUDGE never sees the wrong claim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CASE STUDY · THE LAST RUN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09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BEAD 2 — THE SAME WRONG CLAIM, TWICE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Same defect. Different consequence.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1C1E22"/>
                </a:solidFill>
                <a:latin typeface="Calibri"/>
              </a:rPr>
              <a:t>CRITIQUE cycle 2: </a:t>
            </a:r>
            <a:r>
              <a:rPr sz="1350" b="0" i="0">
                <a:solidFill>
                  <a:srgbClr val="1C1E22"/>
                </a:solidFill>
                <a:latin typeface="Calibri"/>
              </a:rPr>
              <a:t>the escaping claim comes back — independently re-derived from a fresh context, no memory of cycle 1 correcting it — and this time applied to three assertions instead of one. A different transient retry catches it again; the retry attempt correctly re-derives "the test is correct" before landing.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1C1E22"/>
                </a:solidFill>
                <a:latin typeface="Calibri"/>
              </a:rPr>
              <a:t>This isn't a mistake CRITIQUE learned from. </a:t>
            </a:r>
            <a:r>
              <a:rPr sz="1350" b="0" i="0">
                <a:solidFill>
                  <a:srgbClr val="1C1E22"/>
                </a:solidFill>
                <a:latin typeface="Calibri"/>
              </a:rPr>
              <a:t>It's a belief about one stdlib fact that this model can independently regenerate wrong, from nothing, on a fresh pass, no matter how confidently the last pass corrected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1C1E22"/>
                </a:solidFill>
                <a:latin typeface="Calibri"/>
              </a:rPr>
              <a:t>EXECUTE runs clean. </a:t>
            </a:r>
            <a:r>
              <a:rPr sz="1350" b="0" i="0">
                <a:solidFill>
                  <a:srgbClr val="1C1E22"/>
                </a:solidFill>
                <a:latin typeface="Calibri"/>
              </a:rPr>
              <a:t>Reading the finished file directly: RenderTaskList is present and correct — EXECUTE filled the scaffold gap from the full design doc, same as run 1. But run 1's REFINE hit a costly pileup because CRITIQUE happened to flag the missing function by name. This run's CRITIQUE never once raised that specific complaint. Same defect, twice. Same cost, only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CASE STUDY · THE LAST RUN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10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BEAD 3 — HTTP-HANDLERS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One cycle. Eighteen minutes. The fastest bead in the run.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WRITE tests all four handlers, per the exit criteria RECONCILE corrected at bootstrap.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CRITIQUE wants an un-pinned "Done" status marker asserted — one the design doc only ever gave as an illustrative example.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JUDGE approves the test and rejects the finding in the same sentence: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"critique findings demanding un-pinned Done status assertions are invalid over-specifications." The review layer working exactly as intended, in one move.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 quiet contrast with what happens to the doc's identical "Done status" ambiguity one bead later.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CASE STUDY · THE LAST RUN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11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D8E7EA"/>
                </a:solidFill>
                <a:latin typeface="Consolas"/>
              </a:rPr>
              <a:t>BEAD 4 —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last bead of the entire 23-run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4340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600" b="0" i="1">
                <a:solidFill>
                  <a:srgbClr val="E3ECEE"/>
                </a:solidFill>
                <a:latin typeface="Calibri"/>
              </a:rPr>
              <a:t>Does the done-indicator render as the literal word "true", or as a CSS class — the way the doc's illustrative example happened to phrase it? One objectively checkable fact, independently re-derived five times, by four different verbs.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QUESTION AT THE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Only one answer matches the real code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The real server renders the boolean field as the literal string "true". The design doc's own example illustrates it as a CSS class or a checkmark instead — never claiming that's required, but never ruled out either.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Five independent re-derivations of this single fact follow, across four verbs, before the bead is done.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CASE STUDY · THE LAST RUN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13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CHAIN,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1C1E22"/>
                </a:solidFill>
                <a:latin typeface="Georgia"/>
              </a:rPr>
              <a:t>Who got it right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6596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331720"/>
                <a:gridCol w="6995160"/>
              </a:tblGrid>
              <a:tr h="42062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onsolas"/>
                        </a:rPr>
                        <a:t>Cycle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onsolas"/>
                        </a:rPr>
                        <a:t>Verb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onsolas"/>
                        </a:rPr>
                        <a:t>What happened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C1E22"/>
                          </a:solidFill>
                          <a:latin typeface="Calibri"/>
                        </a:rPr>
                        <a:t>1–2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WRITE → JUDGE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Two normal settling cycles — a real over-specification fixed, a global-state test properly refactored.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C1E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EXECUTE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Stalls — not mechanically. The test checks for "done"; the real render is "true".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C1E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ADJUDICATE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Correct — runs its own snippet against the real response, diagnoses the fix directly.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C1E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Correct — adopts the verified fix.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C1E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WRONG — reverses cycle 3, back to the doc's illustrative phrasing.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C1E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WRITE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Visibly thrashes — re-derives the contradiction live, ships a hedge that tests nothing.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C1E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CRITIQUE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Correct — independently re-derives the fact a third time, unprompted.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C1E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WRONG — overrides CRITIQUE's correct finding, calls it "over-literal."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C1E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EXECUTE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C1E22"/>
                          </a:solidFill>
                          <a:latin typeface="Calibri"/>
                        </a:rPr>
                        <a:t>Correct — rewrites the assertion itself before running it, and ships it.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CASE STUDY · THE LAST RUN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14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FINAL TALLY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2377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0000" b="1" i="0">
                <a:solidFill>
                  <a:srgbClr val="A83A2A"/>
                </a:solidFill>
                <a:latin typeface="Georgia"/>
              </a:rPr>
              <a:t>1-for-3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 i="0">
                <a:solidFill>
                  <a:srgbClr val="1C1E22"/>
                </a:solidFill>
                <a:latin typeface="Calibri"/>
              </a:rPr>
              <a:t>JUDGE, on an already-settled question. Everyone else who touched it: 3-for-3.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0060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600" b="0" i="0">
                <a:solidFill>
                  <a:srgbClr val="5F636B"/>
                </a:solidFill>
                <a:latin typeface="Calibri"/>
              </a:rPr>
              <a:t>Five REFINE cycles, about half an hour of extra churn, on the very last bead the entire corpus had left to run. Zero escalation. Zero defect in the shipped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CASE STUDY · THE LAST RUN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15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WHAT ONE RUN ADDS UP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Friction survives in the log, not the outcome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Four beads. Three hit something worth stopping for — a slow but self-correcting model, a scaffold defect that cost nothing the second time, a verb repeatedly wrong about a fact three others had already nailed down.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None of it needed a human. The project's own final state doesn't hint that any of it happened.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That's arguably the point of a system built this way: not the absence of mistakes, but mistakes that never got the chance to become anyone's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CASE STUDY · THE LAST RUN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16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A NOTE ON SOURCING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Read from the record, not reconstructed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Every step in this deck — job timestamps, verdict text, file contents — is read directly from the burn-in's live run log for tasklist run 2 (project id 24), not reconstructed from the summary-level account in the main series.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For the surrounding context — what the burn-in was, and how the layered review architecture in this story got built — see the Ratchet article series.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CASE STUDY · THE LAST RUN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17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9AC7D3"/>
                </a:solidFill>
                <a:latin typeface="Consolas"/>
              </a:rPr>
              <a:t>ONE RUN, FOUR BEADS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onsolas"/>
              </a:rPr>
              <a:t>succeeded, succeeded, succeeded, succeeded.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9692640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1700" b="0" i="0">
                <a:solidFill>
                  <a:srgbClr val="C9CDD2"/>
                </a:solidFill>
                <a:latin typeface="Calibri"/>
              </a:rPr>
              <a:t>Same as a run where nothing interesting happened at all. Everything in this deck is the difference between those two sentences — and the reason a framework built on small, unreliable models can still tell them apart.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 i="0">
                <a:solidFill>
                  <a:srgbClr val="6B7077"/>
                </a:solidFill>
                <a:latin typeface="Consolas"/>
              </a:rPr>
              <a:t>RATCHET · CASE STUDY · THE LAST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6B7077"/>
                </a:solidFill>
                <a:latin typeface="Consolas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