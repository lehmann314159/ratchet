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9AC7D3"/>
                </a:solidFill>
                <a:latin typeface="Consolas"/>
              </a:rPr>
              <a:t>RATCHET · PART 6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Georgia"/>
              </a:rPr>
              <a:t>The Burn-In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9476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200" b="0" i="1">
                <a:solidFill>
                  <a:srgbClr val="C9CDD2"/>
                </a:solidFill>
                <a:latin typeface="Calibri"/>
              </a:rPr>
              <a:t>The week the team stopped building it and just ran it, honestly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09160"/>
            <a:ext cx="877824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 b="0" i="0">
                <a:solidFill>
                  <a:srgbClr val="9A9FA6"/>
                </a:solidFill>
                <a:latin typeface="Calibri"/>
              </a:rPr>
              <a:t>Part 6 of 6 — the last piece. A deliberate stress-test of everything in the first five pieces: what it found, and what surprised even the people running it.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6263640"/>
            <a:ext cx="146304" cy="146304"/>
          </a:xfrm>
          <a:prstGeom prst="ellipse">
            <a:avLst/>
          </a:prstGeom>
          <a:solidFill>
            <a:srgbClr val="3A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19" y="6263640"/>
            <a:ext cx="146304" cy="146304"/>
          </a:xfrm>
          <a:prstGeom prst="ellipse">
            <a:avLst/>
          </a:prstGeom>
          <a:solidFill>
            <a:srgbClr val="3A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8760" y="6263640"/>
            <a:ext cx="146304" cy="146304"/>
          </a:xfrm>
          <a:prstGeom prst="ellipse">
            <a:avLst/>
          </a:prstGeom>
          <a:solidFill>
            <a:srgbClr val="3A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799" y="6263640"/>
            <a:ext cx="146304" cy="146304"/>
          </a:xfrm>
          <a:prstGeom prst="ellipse">
            <a:avLst/>
          </a:prstGeom>
          <a:solidFill>
            <a:srgbClr val="3A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48839" y="6263640"/>
            <a:ext cx="146304" cy="146304"/>
          </a:xfrm>
          <a:prstGeom prst="ellipse">
            <a:avLst/>
          </a:prstGeom>
          <a:solidFill>
            <a:srgbClr val="3A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68880" y="6263640"/>
            <a:ext cx="146304" cy="146304"/>
          </a:xfrm>
          <a:prstGeom prst="ellipse">
            <a:avLst/>
          </a:prstGeom>
          <a:solidFill>
            <a:srgbClr val="9AC7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ONE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Nothing gets fixed while it's running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Every bug, stall, and escalation gets logged and the corpus moves on — recovered automatically if the framework's own machinery handles it, escalated if it doesn't.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A framework nursed along by someone quietly intervening tells you nothing about how it behaves unattended — the only way it's ever actually going to run.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C1E22"/>
                </a:solidFill>
                <a:latin typeface="Calibri"/>
              </a:rPr>
              <a:t>The corpus: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nine design docs, from small self-contained utilities to genuinely integrated systems, each run twice with tie-breakers on disagreement — twenty-three total project runs, ~74 hours of wall-clock time, mostly unattended.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6/6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02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HEADLINE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23774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0000" b="1" i="0">
                <a:solidFill>
                  <a:srgbClr val="3D6D7E"/>
                </a:solidFill>
                <a:latin typeface="Georgia"/>
              </a:rPr>
              <a:t>14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 i="0">
                <a:solidFill>
                  <a:srgbClr val="1C1E22"/>
                </a:solidFill>
                <a:latin typeface="Calibri"/>
              </a:rPr>
              <a:t>complete · 9 escalated (39%) · 0 showstoppers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80060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600" b="0" i="0">
                <a:solidFill>
                  <a:srgbClr val="5F636B"/>
                </a:solidFill>
                <a:latin typeface="Calibri"/>
              </a:rPr>
              <a:t>The number that matters more than the completion rate: zero repeated root causes. Every escalation, across all 23 runs, traced to a genuinely different mechanism — not the same bug wearing different clothes nine times.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6/6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03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WHAT "ZERO REPEATED ROOT CAUSES" MEANS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73152" cy="3291840"/>
          </a:xfrm>
          <a:prstGeom prst="rect">
            <a:avLst/>
          </a:prstGeom>
          <a:solidFill>
            <a:srgbClr val="3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9966960" cy="3383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2500" b="0" i="1">
                <a:solidFill>
                  <a:srgbClr val="1C1E22"/>
                </a:solidFill>
                <a:latin typeface="Georgia"/>
              </a:rPr>
              <a:t>A framework that fails the same way repeatedly has a bug. A framework that fails nine different ways, each caught and correctly routed to a human, is a framework whose failure-handling is doing its job.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07492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5F636B"/>
                </a:solidFill>
                <a:latin typeface="Calibri"/>
              </a:rPr>
              <a:t>The right question isn't "why did 39% need a person" — it's "did the 39% get caught cleanly, and did the other 61% actually deserve to finish." Both turned out to be yes.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6/6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04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DISCIPLINE UNDERNEATH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Verify, don't infer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Every check-in: query the database fresh, don't assume yesterday's escalation list is still accurate.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When something looks like a new escalation, verify it's genuinely new and genuinely blocking — a job-level escalation isn't the same as the whole project stopping.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When a finding depends on what a model claimed happened, read the thing itself — the generated source, the raw completion, the database row — not the log's own summary.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6/6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05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D8E7EA"/>
                </a:solidFill>
                <a:latin typeface="Consolas"/>
              </a:rPr>
              <a:t>A TOUR OF WHAT ACTUALLY BROKE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Five stories, out of fourteen named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34340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600" b="0" i="1">
                <a:solidFill>
                  <a:srgbClr val="E3ECEE"/>
                </a:solidFill>
                <a:latin typeface="Calibri"/>
              </a:rPr>
              <a:t>Chosen because each shows something different about how a fleet of small models actually fails — and, in two cases, how well the recovery layers catch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STORY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The same prompt is a coin flip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A small TOML parser doc, run three times, byte-identical, same model doing DECOMPOSE. Twice it invented an extra bead for a paired round-trip invariant the doc's numbered list didn't call for. Once it explicitly weighed the same call and went the other way.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Consequence wasn't symmetric: one run absorbed it as an extra stall, one run's invented bead collided by test-file name with a sibling's and escalated the whole project.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The obvious fix — stop DECOMPOSE from ever adding an unlisted bead — turned out to be wrong: a dedicated test asserts supplementary beads are meant to be allowed. The real gap is narrower: nothing stops an invented bead's test from colliding by name.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6/6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07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STORY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A spec that quietly stops mid-sentence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REVISE_PENDING, which lightly revises the next bead's spec after one succeeds, occasionally handed back a spec that just stopped — mid-token, pin block sheared off, with a completely normal "done" status.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Not random: on one specific bead, across two separate runs of the same doc, the exact same truncation happened both times — identical character count, identical fragment.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Both times the downstream stall triggered a mechanical rebuild that recovered cleanly — never visible as an escalation. Found only because someone diffed every revised spec for a length regression instead of trusting "done" meant complete.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6/6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08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STORY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The bug the pipeline was built to catch — catching it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A fractal-rendering bead stalled reconciling its own implementation against a failing test. ADJUDICATE traced it to a different, already-succeeded bead: an unrequested "smart" optimization silently merged line segments the spec required kept separate.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The renderer's own test never caught it — its only case was a single segment. The doc's correct multi-segment example existed, but lived under a different bead's section.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Correctly routed to a full stop and human review — the review layer catching a real downstream defect its own author's tests had missed.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6/6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09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STORY 3 — THE NATURAL EXPERIMENT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73152" cy="3291840"/>
          </a:xfrm>
          <a:prstGeom prst="rect">
            <a:avLst/>
          </a:prstGeom>
          <a:solidFill>
            <a:srgbClr val="3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9966960" cy="3383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2500" b="0" i="1">
                <a:solidFill>
                  <a:srgbClr val="1C1E22"/>
                </a:solidFill>
                <a:latin typeface="Georgia"/>
              </a:rPr>
              <a:t>Run two of the same doc, by pure chance of DECOMPOSE's stochastic summarization, worded the renderer bead's own spec with the missing rule. The wrong optimization was simply never invented.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07492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5F636B"/>
                </a:solidFill>
                <a:latin typeface="Calibri"/>
              </a:rPr>
              <a:t>The multi-segment test still wasn't written either time — the coverage gap that let the bug through was still there. What changed was only whether the correct rule showed up in the one place a downstream model would actually read it. Confirmed by reading the literal generated source in both runs, line by 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6/6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10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D8E7EA"/>
                </a:solidFill>
                <a:latin typeface="Consolas"/>
              </a:rPr>
              <a:t>STORY 4 — THE CENTERPIECE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One checkable fact, five rounds, four verbs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34340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600" b="0" i="1">
                <a:solidFill>
                  <a:srgbClr val="E3ECEE"/>
                </a:solidFill>
                <a:latin typeface="Calibri"/>
              </a:rPr>
              <a:t>On the literal last bead of the entire 23-run corpus.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Does the done-indicator render as "true", or as a CSS class?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900" b="0" i="0">
                <a:solidFill>
                  <a:srgbClr val="1C1E22"/>
                </a:solidFill>
                <a:latin typeface="Calibri"/>
              </a:rPr>
              <a:t>A task's completion status either renders as the literal word "true" in the real HTML — or as a CSS class / checkmark, the way the design doc's illustrative example happened to phrase it.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900" b="0" i="0">
                <a:solidFill>
                  <a:srgbClr val="1C1E22"/>
                </a:solidFill>
                <a:latin typeface="Calibri"/>
              </a:rPr>
              <a:t>Only one of these matches the actual generated code. This single fact gets independently re-derived five times across four different verbs in one refinement chain.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6/6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12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CHAIN, CYCLE BY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000" b="1" i="0">
                <a:solidFill>
                  <a:srgbClr val="1C1E22"/>
                </a:solidFill>
                <a:latin typeface="Georgia"/>
              </a:rPr>
              <a:t>Who got it right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965960"/>
          <a:ext cx="10881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331720"/>
                <a:gridCol w="699516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onsolas"/>
                        </a:rPr>
                        <a:t>Cycle</a:t>
                      </a:r>
                    </a:p>
                  </a:txBody>
                  <a:tcPr marL="73152" marT="36576" marB="36576" anchor="ctr">
                    <a:solidFill>
                      <a:srgbClr val="1C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onsolas"/>
                        </a:rPr>
                        <a:t>Verb</a:t>
                      </a:r>
                    </a:p>
                  </a:txBody>
                  <a:tcPr marL="73152" marT="36576" marB="36576" anchor="ctr">
                    <a:solidFill>
                      <a:srgbClr val="1C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onsolas"/>
                        </a:rPr>
                        <a:t>Verdict</a:t>
                      </a:r>
                    </a:p>
                  </a:txBody>
                  <a:tcPr marL="73152" marT="36576" marB="36576" anchor="ctr">
                    <a:solidFill>
                      <a:srgbClr val="1C1E2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C1E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ADJUDICATE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Correct — traced the real server output directly.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C1E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JUDGE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Correct — adopted the verified fact.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C1E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JUDGE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WRONG — reversed cycle 3 back to the doc's illustrative phrasing.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C1E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WRITE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Visibly thrashes — re-derives the contradiction live, resolves nothing.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C1E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CRITIQUE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Correct — independently re-derives the fact a third time.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C1E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JUDGE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WRONG — overrides CRITIQUE's correct finding, approves the bad test.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C1E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EXECUTE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Correct — silently rewrites the assertion itself and ships it.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6/6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13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FINAL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23774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0000" b="1" i="0">
                <a:solidFill>
                  <a:srgbClr val="A83A2A"/>
                </a:solidFill>
                <a:latin typeface="Georgia"/>
              </a:rPr>
              <a:t>1-for-3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 i="0">
                <a:solidFill>
                  <a:srgbClr val="1C1E22"/>
                </a:solidFill>
                <a:latin typeface="Calibri"/>
              </a:rPr>
              <a:t>JUDGE was wrong twice on an already-settled question. Everyone else: 3-for-3.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80060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600" b="0" i="0">
                <a:solidFill>
                  <a:srgbClr val="5F636B"/>
                </a:solidFill>
                <a:latin typeface="Calibri"/>
              </a:rPr>
              <a:t>Zero escalation. Zero defect in the shipped code. About half an hour of extra churn on the very last bead the corpus had left to run. The layered-backstop architecture caught in the act of doing exactly what it's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6/6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14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COST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32.4% of all compute, 78% zero findings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Across ~1,500 completed calls and ~80 hours of summed compute, CRITIQUE (reviewing a freshly-written test) is the single most expensive step — more than the code-writing step.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A close read of one bead's four REFINE cycles: of ~4 distinct gaps CRITIQUE surfaced, at least 3 were checkable by a plain literal-string search against the bead's own spec.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The 4th wasn't a real defect: CRITIQUE flagged the implementation for not existing yet — on a step that runs, by design, before any implementation exists. Recurred 3 times, independently.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6/6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15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LAST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Doubting the findings themselves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After all 23 runs and 14 findings were written up, every one was re-examined from scratch against raw primary sources — git diffs, DB rows, generated source — not the write-up's own prose.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Most held up exactly as written. A few came back sharper: one escalation's root cause was correctly diagnosed but the framework's guidance for that case simply didn't exist yet; one suspected bug was a deliberately tested feature.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Across all fourteen, not one finding was overturned. The same discipline the framework is built on, turned back on the exercise meant to validate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6/6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16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WHERE THIS LEAVES THINGS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The freeze is safe to lift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900" b="0" i="0">
                <a:solidFill>
                  <a:srgbClr val="1C1E22"/>
                </a:solidFill>
                <a:latin typeface="Calibri"/>
              </a:rPr>
              <a:t>The recovery machinery — stalls, escalations, mechanical re-checks — consistently recovers cleanly or correctly routes to a human, across every one of nine genuinely distinct failure shapes.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900" b="1" i="0">
                <a:solidFill>
                  <a:srgbClr val="1C1E22"/>
                </a:solidFill>
                <a:latin typeface="Calibri"/>
              </a:rPr>
              <a:t>What changed: the priority order. </a:t>
            </a:r>
            <a:r>
              <a:rPr sz="1900" b="0" i="0">
                <a:solidFill>
                  <a:srgbClr val="1C1E22"/>
                </a:solidFill>
                <a:latin typeface="Calibri"/>
              </a:rPr>
              <a:t>CRITIQUE's cost-and-reliability profile — 32% of all compute, mostly-mechanical yield — is the strongest, best-evidenced argument this exercise produced. It's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6/6 · THE BURN-IN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17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9AC7D3"/>
                </a:solidFill>
                <a:latin typeface="Consolas"/>
              </a:rPr>
              <a:t>END OF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None of this makes the models smarter.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969264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700" b="0" i="0">
                <a:solidFill>
                  <a:srgbClr val="C9CDD2"/>
                </a:solidFill>
                <a:latin typeface="Calibri"/>
              </a:rPr>
              <a:t>It makes their mistakes cheap to catch — cheap enough that the system survives being wrong about something five times in a row, on the very last bead, without anyone having to notice at all. That's the thread running through all six pieces.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486400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400" b="1" i="0">
                <a:solidFill>
                  <a:srgbClr val="9AC7D3"/>
                </a:solidFill>
                <a:latin typeface="Consolas"/>
              </a:rPr>
              <a:t>NEXT — </a:t>
            </a:r>
            <a:r>
              <a:rPr sz="1600" b="0" i="1">
                <a:solidFill>
                  <a:srgbClr val="FFFFFF"/>
                </a:solidFill>
                <a:latin typeface="Calibri"/>
              </a:rPr>
              <a:t>End of series. Part 1: Ratchet · Part 2: Verbs and the Fleet · Part 3: Format, Think, Turn · Part 4: Write for Zero Domain Knowledge · Part 5: Draft, Check, Sign 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 i="0">
                <a:solidFill>
                  <a:srgbClr val="6B7077"/>
                </a:solidFill>
                <a:latin typeface="Consolas"/>
              </a:rPr>
              <a:t>RATCHET · PART 6/6 · THE BURN-IN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6B7077"/>
                </a:solidFill>
                <a:latin typeface="Consolas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