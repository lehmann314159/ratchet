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Write for Zero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Writing a spec precise enough for a model that won't fill your gaps kindly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3 of 4. The single hardest skill in the whole system: removing every gap a small model could misinterpret, before it ever gets the chance to guess.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Does a sentence, read literally, pin down exactly one value or behavior — or is it compatible with two or more implementations a careful, literal reader could each defend?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Nobody has to be wrong for a spec to be dangerously unclear. Almost by construction, the author already has one reading in mind and cannot see the other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FIELD GUIDE TO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18 classes, each earned by an actual incident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Geometry &amp; arithmetic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want the computed number, not the formula. "Moves toward lower row indices" isn't precise until Δrow/Δcol are stated.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Ownership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needs field-level precision — independent copy, or shared reference? Judgment-only; no keyword scan resolves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Both generalize past their origin domain — arithmetic went from board-game geometry to an FNV-1a hash worked all the way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STICKIEST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How a value gets constructed, not just its 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VM's AST nodes were shown as value literals throughout. The scaffold's interface was satisfied by both a value and a pointer — nothing forced either choice.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One bead: the parser picked pointers, the test (same doc) picked values. Days later, a different bead hit the identical defect independently.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Two independent beads, two independent models, one un-pinned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STICKIEST CLASS —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Even the hand-verified "known-good" reference implementation, built later to grade candidate models, had the same pointer/value inconsistency baked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Nobody wrote it carelessly — the ambiguity in the original spec was load-bearing enough that a deliberately-careful reference implementation reproduced it anyway. The fix wasn't "be more careful" — it was a mechanical check flagging any shared type crossing a bead boundary with no explicit pointer-or-value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SHARPEST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"Standard movement rules" — zero content, and invisible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chess doc described knight/bishop/rook/queen movement as "standard" — a category name standing in for the rule. An independent reviewer caught six other real problems in the same pass and never flagged this line.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reviewer who shares the author's domain fluency has the identical blind spot, for the identical reason the author didn't notice writing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Confirmed, not assumed: after the doc was rewritten with explicit rank/file deltas, a second independent review raised zero findings on that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SHARPEST FINDING — THE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3D6D7E"/>
                </a:solidFill>
                <a:latin typeface="Georgia"/>
              </a:rPr>
              <a:t>For this one class, judgment review is not a substitute for a mechanical check. Full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only reliable catch is a keyword scan — grep for standard/normal/usual/conventional next to a rules-or-procedure noun — because the whole failure mode is that a fluent reader, human or model, won't consciously notice anything is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NEWEST ADDITION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Guard precedence: which error wins?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When more than one validation check can fail on the same input, and each maps to a different error, the check order has to be stated explicitly.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individual guard statement is correct in isolation — they're just jointly silent about precedence. A worked example exercising each guard alone never surfaces the overlap.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Independently flagged by three of four fresh reviewers, across three different design docs, in the same review batch — about as strong a signal as this catalogue 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draft-design-doc — three hard rules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Every worked example is script-verified.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throwaway script, run in-session, cited inline. No citation = compliance failure, not a style nit.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Gaps are surfaced, never silently filled.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Anything the template requires but the prose doesn't pin goes to a standing Open Questions section.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Load-bearing literals get an explicit pin.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bullet naming the exact bead and value, generated automatically rather than hoped-for.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checkdesigndoc — an over-flagging report, tuned hard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mechanical scanner for the keyword-detectable classes. Explicitly a report, never a pass/fail gate.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First version of the arithmetic check flagged every Go pointer type (g *Game reads like arithmetic to a naive regex) — rebuilt to trigger only on real arithmetic language: "sum of," "the formula," "FNV."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"Above" and "below" turned out to almost always be ordinary cross-references, not geometry — dropped from the trigger list entirely.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Tuned against every real doc in the project's history: catches every known-bad bead, zero false positives on the clean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check-design-doc — mirrors DECOMPOSE → AUDIT → RECONCILE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Runs the mechanical scan first, then hands the raw doc — not the mechanical report — to an independent review pass, so it forms its own findings first.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Reconciles both: anything mechanically flagged but not addressed is carried forward, never silently dropped. The one class judgment can't catch is always carried forward.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open item gets an explicit resolution — accepted, rewritten, or affirmatively waived with the reason recorded inline — before a doc is clear to hand to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SIZING A BEAD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human judgment, on purpose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Line count is the wrong metric — a 230-line bead finished clean every time; a 150-line bead escalated across five separate runs.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real signal: responsibility count AND integration tightness, together. Either alone produced false alarms.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Letting the planning model decide bead splits failed structurally: it can't reliably estimate whether the execution model will spiral, any more than it knows its own reasoning has stalled.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same doc, run twice, produced two different bead counts by chance — merge spiraled for 3 cycles, split finished clean on the first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SIZING A BEAD —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The numbered bead list in a human-authored design doc is now authoritative. The planning step transcribes it faithfully; it doesn't get to exercise discretion over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A lint (size × integration, cleared by a one-line rationale) flags likely trouble before a project starts. Calibrated against the project's history: catches every case known to cause trouble, flags nothing known to run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PRECISION HAS TO SURVIVE BEING REWRITTEN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pin, once placed, can still vanish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If a doc pins a value to bead "compiler" and a later step renames or splits it, the name-based lookup silently finds nothing — no test fails, no warning fires.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bullet naming two beads at once only ever attached to the first name a regex matched.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Several later steps rewrite a bead's spec during normal recovery — each one a place a verbatim pin could quietly vanish unless the injection step reruns explicitly, at every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FIX, RESTATED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good decision made once isn't enough if nothing re-verifies it survived everything that happened afterward.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same principle as the mechanical gates in the architecture piece, applied to prose instead of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THIS BUYS, AND 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Precision replaces judgment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With a frontier model, ambiguity gets absorbed by judgment, quietly, mostly correctly.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With a fleet of small local models, judgment isn't a resource you get to spend — so precision has to do the job instead.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The honest cost: writing this way is slower. Every worked example run through a script, every gap surfaced, every cross-bead value traced to confirm it's pinned somewhere.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3/4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Precision has to be built, checked, and re-verified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the same way any other part of a reliable system is. That's the whole trade this piece has been describing.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The Burn-In — a full account of the deliberate stress-test, what it found, and what surprised even the people running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3/4 · ZERO DOMAIN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