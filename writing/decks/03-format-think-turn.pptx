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PART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Format, Think,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The wire-level mechanics of talking to the fleet over Ollama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Part 3 of 6. Almost everything in the first two pieces traces back to decisions made at the level of a single call to a model — and almost none of it looks like calling Claude's API.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6263640"/>
            <a:ext cx="146304" cy="146304"/>
          </a:xfrm>
          <a:prstGeom prst="ellipse">
            <a:avLst/>
          </a:prstGeom>
          <a:solidFill>
            <a:srgbClr val="9AC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79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4883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688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CALL UNDERNEATH THE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Chat and ChatWithTools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Every verb reduces to one of two functions in a small Go client: Chat (a single request-response exchange) or ChatWithTools (a bounded loop of the same exchange with tools attached). Both talk to Ollama's HTTP API, not Anthropic's.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Claude's API has spent years absorbing the problems in this deck into solved, invisible infrastructure. Ollama's hasn't — nobody built it to run a fleet of open models through a multi-turn structured-decision pipeline at production reliability.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Ratchet built that layer itself, incident by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WHAT A TURN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One exchange inside a bounded loop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The accumulated conversation goes out; the model's response — text, a tool call, or both — comes back; if a tool was called, its result gets appended and the loop goes around again.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CRITIQUE runs up to six turns. WRITE's budget scales with how many functions the bead still needs. ADJUDICATE's tool turns end the moment its structured answer arrives.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Every turn has its own token ceiling, separate from the whole-call timeout.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reasoning stream that doesn't know when to stop can wedge a generation slot for an hour producing nothing usable.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PER-TURN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3D6D7E"/>
                </a:solidFill>
                <a:latin typeface="Georgia"/>
              </a:rPr>
              <a:t>8,192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generated tokens, per tool-loop turn — toolLoopNumPredict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One observed case climbed to 14,500 tokens of pure thinking and was still climbing before this cap existed. At the cap, Ollama just ends the turn cleanly (done_reason: "length"), so the loop can detect the dead turn and recover instead of hanging silently for the full 60-minute client timeout. Claude Code's own tool loop rarely needs a defense like this — a frontier model reliably knows when it's done thinking.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STREAMING VS. TRANSACTIONAL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And why only EXECUTE gets a monitor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1C1E22"/>
                </a:solidFill>
                <a:latin typeface="Calibri"/>
              </a:rPr>
              <a:t>One-shot decision verbs are non-streaming. </a:t>
            </a:r>
            <a:r>
              <a:rPr sz="1450" b="0" i="0">
                <a:solidFill>
                  <a:srgbClr val="1C1E22"/>
                </a:solidFill>
                <a:latin typeface="Calibri"/>
              </a:rPr>
              <a:t>Tried streaming everywhere first, then deliberately reverted here: per-chunk overhead compounded on a verb generating thousands of tokens (RECONCILE) into a 1-minute call becoming a 30-minute timeout. Batching the whole response is simply faster.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1C1E22"/>
                </a:solidFill>
                <a:latin typeface="Calibri"/>
              </a:rPr>
              <a:t>Tool-loop verbs stay streaming. </a:t>
            </a:r>
            <a:r>
              <a:rPr sz="1450" b="0" i="0">
                <a:solidFill>
                  <a:srgbClr val="1C1E22"/>
                </a:solidFill>
                <a:latin typeface="Calibri"/>
              </a:rPr>
              <a:t>There the point isn't speed — it's watching a long generation happen token by token in the trace file, which is the only way a stalled or spiraling turn is diagnosable at all.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1C1E22"/>
                </a:solidFill>
                <a:latin typeface="Calibri"/>
              </a:rPr>
              <a:t>That same logic is why EXECUTE_BEAD, alone, gets a second watchdog process. </a:t>
            </a:r>
            <a:r>
              <a:rPr sz="1450" b="0" i="0">
                <a:solidFill>
                  <a:srgbClr val="1C1E22"/>
                </a:solidFill>
                <a:latin typeface="Calibri"/>
              </a:rPr>
              <a:t>Its loop can run 45 minutes / 50 turns — long enough that something watching *while* it runs, not just between turns, seemed worth the extra layer. MONITOR_EXECUTION is that layer: a second model, polling the trace, with authority to kill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FORMAT:"JSON"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grammar, not a suggestion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Grammar-constrained decoding.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Every token the model may sample next is filtered against a JSON grammar before it's chosen — the model is structurally incapable of emitting anything not on a path to valid JSON.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Genuinely different from how Claude produces structured tool calls — trained to emit them reliably, not forced into them by masking the token distribution.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The rule this produces: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whenever a model's tool-calling syntax and a content-format grammar share the same channel, one of them loses — and which one loses is entirely a property of that model's own template.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06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SHARPEST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A83A2A"/>
                </a:solidFill>
                <a:latin typeface="Georgia"/>
              </a:rPr>
              <a:t>0 / 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tool calls — one model, under a JSON grammar, across its entire recorded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Its template requires a tool call as literal &lt;tool_call&gt;...&lt;/tool_call&gt; text in the same channel the grammar constrains — and "&lt;" is not a legal way to start a JSON value. Not usually blocked. Structurally, always blocked. (Full story in Part 2.)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THINKING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stream the grammar can't see into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reasoning model produces its chain-of-thought as a distinct pass before committing to an answer. Measured directly: think:true + format:"json" produced a real thinking block — and message.content came back as exactly {}. Empty.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grammar mask applies from the first generated token. &lt;think&gt; isn't valid JSON, so a model that wants to think first has nowhere legal to put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original fleet only worked by accident: gemma4:31b isn't a reasoning model at all, and qwen3:32b's older template defers the grammar mask until after its own &lt;/think&gt; tag closes. Every newer fast reasoning model broke this coexistence.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08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FIX: REASONING INSIDE THE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Almost elegant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50" b="0" i="0">
                <a:solidFill>
                  <a:srgbClr val="1C1E22"/>
                </a:solidFill>
                <a:latin typeface="Calibri"/>
              </a:rPr>
              <a:t>Define an explicit JSON Schema whose first required property is reasoning — a plain string, before any real structured field. Ollama follows a schema's declared property order when generating.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50" b="0" i="0">
                <a:solidFill>
                  <a:srgbClr val="1C1E22"/>
                </a:solidFill>
                <a:latin typeface="Calibri"/>
              </a:rPr>
              <a:t>The model's chain-of-thought becomes a grammar-legal string value it fills in before it has to commit to the decision that follows. It still gets to think — the thinking just has to happen inside the JSON.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50" b="1" i="0">
                <a:solidFill>
                  <a:srgbClr val="1C1E22"/>
                </a:solidFill>
                <a:latin typeface="Calibri"/>
              </a:rPr>
              <a:t>Measured on bead-decomposition, on a model that had been failing outright: </a:t>
            </a:r>
            <a:r>
              <a:rPr sz="1550" b="0" i="0">
                <a:solidFill>
                  <a:srgbClr val="1C1E22"/>
                </a:solidFill>
                <a:latin typeface="Calibri"/>
              </a:rPr>
              <a:t>2/2 attempts producing beads: [] under bare "json" (63KB, ~17 min each) became one attempt, ~2 minutes, 9 correctly-structured beads, and a genuine 1,239-character reasoning field — on the first live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 SCHEMA CAN CAP A STRING'S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At the grammar level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A schema constrains a string field's type, not its length — a reasoning model that didn't know when to stop filled its reasoning field to 76KB before an escape character broke its own JSON.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The natural assumption: catch and truncate this in application code.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Tested directly instead: Ollama's schema-to-grammar compiler actually enforces JSON Schema's maxLength at the token level.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A schema capping reasoning at exactly 400 characters, against a prompt demanding exhaustive analysis: the response came back at exactly 400 characters, valid JSON, a real verdict attached, no thrashing. The grammar forces the string closed at the cap and lets the model finish the object around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Production cap: 16,000 characters — genuine deep reasoning on the hardest verbs ran 13–14K unprompted.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WHERE THE TRICK STOPS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subtle failure mode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Applied to the verb that writes tests — whose real output is a sequence of write_function calls, not a structured decision — the schema gave the model a grammar-legal way to describe a plan and claim the work was done, in prose, without ever calling the tool.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completeness gate caught the gap downstream, but the run had already escalated on a bead that should have been trivial.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The principle: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reasoning-first schema is for a verb whose output genuinely IS a structured decision. A verb whose real output is tool calls needs the model actually reaching for those tools, not narrating an intention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11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THREE CONFIGURATIONS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C1E22"/>
                </a:solidFill>
                <a:latin typeface="Georgia"/>
              </a:rPr>
              <a:t>Confirmed directly against current source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49377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onsolas"/>
                        </a:rPr>
                        <a:t>Verb class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onsolas"/>
                        </a:rPr>
                        <a:t>Configuration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onsolas"/>
                        </a:rPr>
                        <a:t>Example verbs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Structured-decision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Reasoning-first schema, thinking explicitly disabled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SURVEY, CERTIFY, DECOMPOSE, AUDIT, RECONCILE, ANALYZE, REVISE_PENDING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Tool-loop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No format constraint at all — defensive parse-and-repair only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WRITE, CRITIQUE, 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Native tool-calling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Plain, unconstrained default format:"json"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ADJUDICATE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12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AN UNRESOLVED 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The correct configuration for any given verb isn't a property of the verb at all — it's a property of whichever model happens to be assigned to it this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Nothing today re-derives the right configuration automatically when a model gets swapped in a bakeoff. It has already quietly broken twice — the identical JSON-grammar conflict, hitting two different newly-tried models, on two separate later occasions.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CACHE YOU DON'T HAVE TO THINK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Until the hardware you 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Ollama reuses the KV cache — the attention layer's memory of everything generated so far — across turns in one loop, as long as each turn's prompt is simply the previous one with new tokens appended.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Measured directly: prompt_eval time stays flat, a second or two, even six turns into a CRITIQUE loop with a steadily growing transcript. The cost of a long loop is almost entirely generation, not re-processing a growing prompt from scratch.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Part of why an alternative local-inference backend was never worth migrating to — the efficiency win it would have offered was mostly already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TWO WAYS TO NOT RE-PAY FOR A PREFIX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C1E22"/>
                </a:solidFill>
                <a:latin typeface="Georgia"/>
              </a:rPr>
              <a:t>Same goal, different mechanism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3D6D7E"/>
                </a:solidFill>
                <a:latin typeface="Consolas"/>
              </a:rPr>
              <a:t>OLLAMA (THIS FLEET)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212080" cy="3749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Implicit, automatic within one live session.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Not a knob you reach for — a property of how the server already handles a growing conversation.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No explicit pricing model for cache hits/misses.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3D6D7E"/>
                </a:solidFill>
                <a:latin typeface="Consolas"/>
              </a:rPr>
              <a:t>CLAUDE'S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5212080" cy="3749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Explicit — opted into with deliberate cache_control breakpoints.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Its own write and read pricing.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defined TTL.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1965960"/>
            <a:ext cx="0" cy="425196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21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NUM_CTX: THE KNOB THAT COSTS REAL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119 GiB, shared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1C1E22"/>
                </a:solidFill>
                <a:latin typeface="Calibri"/>
              </a:rPr>
              <a:t>40,960 tokens,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not the largest window any fleet model supports — the smallest one any of them natively trained on. Avoids the quality cost of stretching past trained context via rope-scaling.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Several ~24–35 GB models load simultaneously — the execution step and its watchdog run concurrently, by design — sharing one GPU's unified memory pool.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Under that pressure, the GPU gets time-shared, and a generation that should take seconds can silently stall for minutes waiting its turn.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Calling Claude's API, this category of problem doesn't exist. Calling a fleet of local models, it's an ordinary Tuesday.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 SILENCE THE MODEL DIDN'T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stream itself can die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Distinct from judging whether a MODEL is making progress: this watchdog judges whether the STREAM is still alive.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One real run: a model's response went completely silent mid-generation — no error, no chunk — for over 38 minutes, twice, while Ollama kept responding fine to everything else. The model wasn't stuck; the transport was.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The fix: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10 minutes tolerated before the first chunk (covers real prompt eval); 3 minutes tolerated between any two chunks after that (long enough that a slow thinking stream keeps resetting the clock, unambiguous once real silence sets in).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Classified transient, not a strike.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A momentarily-busy GPU gets a free retry; a genuinely offline model still escalates promptly.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17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 SELF-AUDIT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A83A2A"/>
                </a:solidFill>
                <a:latin typeface="Georgia"/>
              </a:rPr>
              <a:t>Dead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MONITOR_EXECUTION's model-judgment FIRE path has never fired once — a parsing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Its model answers {"DECISION": "NO_FIRE", ...} under the standard JSON constraint. The code reading that response looks for a line starting with the literal text "DECISION:" — which a JSON object never produces. Every real verdict has silently fallen through to the hardcoded default.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18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DOES THE MONITOR STILL EARN ITS KEEP?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Not as designed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1C1E22"/>
                </a:solidFill>
                <a:latin typeface="Calibri"/>
              </a:rPr>
              <a:t>What still works: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two much narrower mechanical pattern checks bundled into the same file — a literal repeated tool call, or a stall specifically on write_file. Today, MONITOR_EXECUTION already IS a mechanical check. It just still has a model's name on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1C1E22"/>
                </a:solidFill>
                <a:latin typeface="Calibri"/>
              </a:rPr>
              <a:t>Its cost was real enough to cause an incident.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Uncapped, the monitor's model once spent 11.5 minutes generating 4,000 tokens to answer a yes/no question — competing head-to-head with EXECUTE's real work on the same GPU.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That contention stalled EXECUTE's own token delivery, tripped the stream-idle watchdog, and produced a flatly wrong diagnosis: logged as "crashed at startup," when a healthy generation had been stalled by its own supervisor.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1C1E22"/>
                </a:solidFill>
                <a:latin typeface="Calibri"/>
              </a:rPr>
              <a:t>A partial fix already shipped —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the monitor's own output is now capped at 256 tokens, which helped. The deeper fix — parse the verdict correctly, poll less often, use a smaller model — is written up and explicitly deferred, not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19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THROUGHLINE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None of these are bugs in the ordinary sense — they're the actual shape of what it costs to run a production pipeline on open, self-hosted models instead of a frontier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Every mechanic in this deck is something Claude's own infrastructure has already solved, generalized, and made invisible. Every one of them was, for this fleet, a specific incident with a specific model, root-caused and fixed by hand — including, as the last finding shows, the ones that turned out not to be fully solved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3/6 · FORMAT, THINK, TURN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20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END OF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How far can process and discipline carry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6926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C9CDD2"/>
                </a:solidFill>
                <a:latin typeface="Calibri"/>
              </a:rPr>
              <a:t>when you don't even get to assume the infrastructure underneath the model is fully solved, either? Most of the actual answer is in this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i="0">
                <a:solidFill>
                  <a:srgbClr val="9AC7D3"/>
                </a:solidFill>
                <a:latin typeface="Consolas"/>
              </a:rPr>
              <a:t>NEXT —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Write for Zero Domain Knowledge — the craft of writing a spec precise enough for a 30B model to build correctly on the first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PART 3/6 · FORMAT, THINK,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